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B7C5B-76E6-46CF-B0B5-1E8C74809C53}" v="574" dt="2025-12-26T06:17:42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3581A-CDBA-41A4-9E7D-3A80445D2554}" type="datetimeFigureOut"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3C84A-8DF5-4156-8092-28185806AC4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69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000000"/>
                </a:solidFill>
              </a:rPr>
              <a:t>Разработка веб сайта и ПО Clean Temp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5123678" y="2327564"/>
            <a:ext cx="6424837" cy="22912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i="1">
                <a:solidFill>
                  <a:srgbClr val="000000"/>
                </a:solidFill>
                <a:ea typeface="+mn-lt"/>
                <a:cs typeface="+mn-lt"/>
              </a:rPr>
              <a:t>Утилита для очистки временных файлов Windows</a:t>
            </a:r>
            <a:endParaRPr lang="ru-RU" sz="2000">
              <a:ea typeface="Calibri"/>
              <a:cs typeface="Calibri"/>
            </a:endParaRPr>
          </a:p>
          <a:p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Разработчик: Кощеев Максим Сергеевич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Группа: ИСП-224т</a:t>
            </a:r>
          </a:p>
          <a:p>
            <a:r>
              <a:rPr lang="en-US" sz="2000">
                <a:ea typeface="+mn-lt"/>
                <a:cs typeface="+mn-lt"/>
              </a:rPr>
              <a:t>Руководитель проекта: Кетов Александр Игоревич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Дата: 26 декабря 2025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Python 3.8+</a:t>
            </a:r>
            <a:b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Html</a:t>
            </a: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7" name="Рисунок 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BD6B31-E55B-7EAB-EF39-FB75A7363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407" y="1826963"/>
            <a:ext cx="2586750" cy="2047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0407" y="1255665"/>
            <a:ext cx="10141528" cy="5818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000000"/>
                </a:solidFill>
              </a:rPr>
              <a:t>Веб сайт Clean Temp</a:t>
            </a:r>
            <a:endParaRPr lang="en-US" sz="2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7905" y="1830302"/>
            <a:ext cx="3499524" cy="2867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Лендинг на HTML/CSS</a:t>
            </a:r>
            <a:endParaRPr lang="ru-RU">
              <a:ea typeface="+mn-lt"/>
              <a:cs typeface="+mn-lt"/>
            </a:endParaRPr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Структура сайта: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Hero: Кнопки загрузки с GitHub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Как работает: 3 шага (Сканировать → Выбрать → Удалить)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Скачать: Прямая ссылка на Clean_Temp.py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Футер: Telegram, Python 3.8+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7" name="Рисунок 6" descr="Изображение выглядит как текст, снимок экрана, компьютер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F5A012-F65D-D190-1ACF-73B709CB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51" y="1258448"/>
            <a:ext cx="6406655" cy="3698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19A6D-E495-3AA4-407D-C5E0042BCB20}"/>
              </a:ext>
            </a:extLst>
          </p:cNvPr>
          <p:cNvSpPr txBox="1"/>
          <p:nvPr/>
        </p:nvSpPr>
        <p:spPr>
          <a:xfrm>
            <a:off x="624290" y="4705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fkGroteskNeue"/>
                <a:cs typeface="fkGroteskNeue"/>
              </a:rPr>
              <a:t>GitHub: github.com/MaxUs224t/Clean-Temp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ru-R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1418" y="458444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Программа Clean Temp</a:t>
            </a:r>
            <a:endParaRPr lang="en-US" sz="2200" dirty="0"/>
          </a:p>
        </p:txBody>
      </p:sp>
      <p:pic>
        <p:nvPicPr>
          <p:cNvPr id="10" name="Рисунок 9" descr="Интерфейс Clean Temp">
            <a:extLst>
              <a:ext uri="{FF2B5EF4-FFF2-40B4-BE49-F238E27FC236}">
                <a16:creationId xmlns:a16="http://schemas.microsoft.com/office/drawing/2014/main" id="{4F954D2D-7945-668C-7080-360747C36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204" y="743639"/>
            <a:ext cx="6057063" cy="47739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7A464D-4ED5-88BE-467A-CED666EF3145}"/>
              </a:ext>
            </a:extLst>
          </p:cNvPr>
          <p:cNvSpPr txBox="1"/>
          <p:nvPr/>
        </p:nvSpPr>
        <p:spPr>
          <a:xfrm>
            <a:off x="110169" y="166630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berkeleyMono"/>
                <a:cs typeface="berkeleyMono"/>
              </a:rPr>
              <a:t>📁 Сканирование TEMP (%TEMP%, C:\Windows\Temp)</a:t>
            </a:r>
            <a:endParaRPr lang="en-US">
              <a:latin typeface="Calibri"/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alibri"/>
                <a:ea typeface="berkeleyMono"/>
                <a:cs typeface="berkeleyMono"/>
              </a:rPr>
              <a:t>📊 </a:t>
            </a:r>
            <a:r>
              <a:rPr lang="en-US">
                <a:latin typeface="Calibri"/>
                <a:ea typeface="berkeleyMono"/>
                <a:cs typeface="berkeleyMono"/>
              </a:rPr>
              <a:t>Таблица: Имя | Размер | Дата создания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berkeleyMono"/>
                <a:cs typeface="berkeleyMono"/>
              </a:rPr>
              <a:t>🔄 Сортировка </a:t>
            </a:r>
            <a:r>
              <a:rPr lang="en-US">
                <a:latin typeface="Calibri"/>
                <a:ea typeface="berkeleyMono"/>
                <a:cs typeface="berkeleyMono"/>
              </a:rPr>
              <a:t>по столбцам (↑↓ индикаторы)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berkeleyMono"/>
                <a:cs typeface="berkeleyMono"/>
              </a:rPr>
              <a:t>🗑️ Удаление с </a:t>
            </a:r>
            <a:r>
              <a:rPr lang="en-US">
                <a:latin typeface="Calibri"/>
                <a:ea typeface="berkeleyMono"/>
                <a:cs typeface="berkeleyMono"/>
              </a:rPr>
              <a:t>подтверждением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berkeleyMono"/>
                <a:cs typeface="berkeleyMono"/>
              </a:rPr>
              <a:t>📈 Статистика: файлы / ГБ </a:t>
            </a:r>
            <a:r>
              <a:rPr lang="en-US" dirty="0">
                <a:latin typeface="Calibri"/>
                <a:ea typeface="berkeleyMono"/>
                <a:cs typeface="berkeleyMono"/>
              </a:rPr>
              <a:t>освобождено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77827-1023-A172-C2C3-E6B136C41607}"/>
              </a:ext>
            </a:extLst>
          </p:cNvPr>
          <p:cNvSpPr txBox="1"/>
          <p:nvPr/>
        </p:nvSpPr>
        <p:spPr>
          <a:xfrm>
            <a:off x="321325" y="117054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>
                <a:latin typeface="Calibri"/>
                <a:ea typeface="fkGroteskNeue"/>
                <a:cs typeface="fkGroteskNeue"/>
              </a:rPr>
              <a:t>Основной функционал:</a:t>
            </a:r>
            <a:endParaRPr lang="en-US" u="sng">
              <a:latin typeface="Calibri"/>
            </a:endParaRPr>
          </a:p>
          <a:p>
            <a:pPr algn="ctr"/>
            <a:endParaRPr lang="ru-RU" u="sng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A6EA3D-C2E9-0ECF-94E6-E61739F1FD26}"/>
              </a:ext>
            </a:extLst>
          </p:cNvPr>
          <p:cNvSpPr txBox="1"/>
          <p:nvPr/>
        </p:nvSpPr>
        <p:spPr>
          <a:xfrm>
            <a:off x="578386" y="394312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fkGroteskNeue"/>
                <a:cs typeface="fkGroteskNeue"/>
              </a:rPr>
              <a:t>Окно 900x650, 2 вкладки</a:t>
            </a:r>
            <a:endParaRPr lang="ru-RU"/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fkGroteskNeue"/>
                <a:cs typeface="fkGroteskNeue"/>
              </a:rPr>
              <a:t>Кастомные стили tkinter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fkGroteskNeue"/>
                <a:cs typeface="fkGroteskNeue"/>
              </a:rPr>
              <a:t>HiDPI поддержка, скрытие консоли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fkGroteskNeue"/>
                <a:cs typeface="fkGroteskNeue"/>
              </a:rPr>
              <a:t>Русский язык, messagebox диалоги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3458F-0D60-5CCE-C836-24F4ADDB3C37}"/>
              </a:ext>
            </a:extLst>
          </p:cNvPr>
          <p:cNvSpPr txBox="1"/>
          <p:nvPr/>
        </p:nvSpPr>
        <p:spPr>
          <a:xfrm>
            <a:off x="321325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baseline="0">
                <a:latin typeface="Calibri"/>
              </a:rPr>
              <a:t>Интерфейс:</a:t>
            </a:r>
            <a:endParaRPr lang="ru-RU" u="sng"/>
          </a:p>
          <a:p>
            <a:pPr algn="ctr"/>
            <a:endParaRPr lang="ru-RU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59117A-76B2-43D4-2790-D74AAD24485D}"/>
              </a:ext>
            </a:extLst>
          </p:cNvPr>
          <p:cNvSpPr txBox="1"/>
          <p:nvPr/>
        </p:nvSpPr>
        <p:spPr>
          <a:xfrm>
            <a:off x="321325" y="527432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baseline="0">
                <a:latin typeface="Calibri"/>
              </a:rPr>
              <a:t>Требования</a:t>
            </a:r>
            <a:r>
              <a:rPr lang="en-US" sz="1800" baseline="0">
                <a:latin typeface="Calibri"/>
              </a:rPr>
              <a:t>: Python 3.8+ (tkinter)</a:t>
            </a:r>
            <a:endParaRPr lang="ru-RU"/>
          </a:p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72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822E9-E470-0E87-6AA2-9B835D8DE18E}"/>
              </a:ext>
            </a:extLst>
          </p:cNvPr>
          <p:cNvSpPr txBox="1"/>
          <p:nvPr/>
        </p:nvSpPr>
        <p:spPr>
          <a:xfrm>
            <a:off x="1046603" y="1014469"/>
            <a:ext cx="6096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0">
                <a:latin typeface="Calibri"/>
                <a:ea typeface="fkGrotesk"/>
                <a:cs typeface="fkGrotesk"/>
              </a:rPr>
              <a:t>Ход разработки</a:t>
            </a:r>
            <a:r>
              <a:rPr lang="en-US" b="0" i="0">
                <a:latin typeface="Calibri"/>
                <a:ea typeface="fkGrotesk"/>
                <a:cs typeface="fkGrotesk"/>
              </a:rPr>
              <a:t> (7 дней)</a:t>
            </a:r>
            <a:endParaRPr lang="ru-RU"/>
          </a:p>
          <a:p>
            <a:pPr algn="l"/>
            <a:endParaRPr lang="en-US" b="0" i="0" dirty="0">
              <a:latin typeface="Calibri"/>
              <a:ea typeface="berkeleyMono"/>
              <a:cs typeface="berkeleyMono"/>
            </a:endParaRPr>
          </a:p>
          <a:p>
            <a:r>
              <a:rPr lang="en-US" b="0" i="0" dirty="0">
                <a:latin typeface="Calibri"/>
                <a:ea typeface="inherit"/>
                <a:cs typeface="inherit"/>
              </a:rPr>
              <a:t>День 1-2: Изучение tkinter/ttk </a:t>
            </a:r>
            <a:r>
              <a:rPr lang="en-US" dirty="0">
                <a:latin typeface="Calibri"/>
                <a:ea typeface="inherit"/>
                <a:cs typeface="inherit"/>
              </a:rPr>
              <a:t>стили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inherit"/>
                <a:cs typeface="inherit"/>
              </a:rPr>
              <a:t>   ↓ Создание</a:t>
            </a:r>
            <a:r>
              <a:rPr lang="en-US" b="0" i="0">
                <a:latin typeface="Calibri"/>
                <a:ea typeface="inherit"/>
                <a:cs typeface="inherit"/>
              </a:rPr>
              <a:t> notebook, Treeview таблица</a:t>
            </a:r>
            <a:endParaRPr lang="en-US">
              <a:ea typeface="Calibri"/>
              <a:cs typeface="Calibri"/>
            </a:endParaRPr>
          </a:p>
          <a:p>
            <a:endParaRPr lang="en-US" dirty="0">
              <a:latin typeface="Calibri"/>
              <a:ea typeface="inherit"/>
              <a:cs typeface="inherit"/>
            </a:endParaRPr>
          </a:p>
          <a:p>
            <a:r>
              <a:rPr lang="en-US" b="0" i="0" dirty="0">
                <a:latin typeface="Calibri"/>
                <a:ea typeface="inherit"/>
                <a:cs typeface="inherit"/>
              </a:rPr>
              <a:t>День 3-4: Сканирование os.walk(TEMP)</a:t>
            </a:r>
            <a:r>
              <a:rPr lang="en-US" dirty="0">
                <a:latin typeface="Calibri"/>
                <a:ea typeface="inherit"/>
                <a:cs typeface="inherit"/>
              </a:rPr>
              <a:t>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inherit"/>
                <a:cs typeface="inherit"/>
              </a:rPr>
              <a:t>   ↓ </a:t>
            </a:r>
            <a:r>
              <a:rPr lang="en-US" b="0" i="0">
                <a:latin typeface="Calibri"/>
                <a:ea typeface="inherit"/>
                <a:cs typeface="inherit"/>
              </a:rPr>
              <a:t>Форматирование размеров (KB/MB/GB)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inherit"/>
              <a:cs typeface="inherit"/>
            </a:endParaRPr>
          </a:p>
          <a:p>
            <a:r>
              <a:rPr lang="en-US" b="0" i="0">
                <a:latin typeface="Calibri"/>
                <a:ea typeface="inherit"/>
                <a:cs typeface="inherit"/>
              </a:rPr>
              <a:t>День 5: Сортировка колонок + </a:t>
            </a:r>
            <a:r>
              <a:rPr lang="en-US" dirty="0">
                <a:latin typeface="Calibri"/>
                <a:ea typeface="inherit"/>
                <a:cs typeface="inherit"/>
              </a:rPr>
              <a:t>удаление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inherit"/>
                <a:cs typeface="inherit"/>
              </a:rPr>
              <a:t>   ↓ Обработка</a:t>
            </a:r>
            <a:r>
              <a:rPr lang="en-US" b="0" i="0">
                <a:latin typeface="Calibri"/>
                <a:ea typeface="inherit"/>
                <a:cs typeface="inherit"/>
              </a:rPr>
              <a:t> </a:t>
            </a:r>
            <a:r>
              <a:rPr lang="en-US" b="0" i="0" dirty="0">
                <a:latin typeface="Calibri"/>
                <a:ea typeface="inherit"/>
                <a:cs typeface="inherit"/>
              </a:rPr>
              <a:t>ошибок (PermissionError)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inherit"/>
              <a:cs typeface="inherit"/>
            </a:endParaRPr>
          </a:p>
          <a:p>
            <a:r>
              <a:rPr lang="en-US" b="0" i="0" dirty="0">
                <a:latin typeface="Calibri"/>
                <a:ea typeface="inherit"/>
                <a:cs typeface="inherit"/>
              </a:rPr>
              <a:t>День 6: </a:t>
            </a:r>
            <a:r>
              <a:rPr lang="en-US" b="0" i="0">
                <a:latin typeface="Calibri"/>
                <a:ea typeface="inherit"/>
                <a:cs typeface="inherit"/>
              </a:rPr>
              <a:t>Дизайн</a:t>
            </a:r>
            <a:r>
              <a:rPr lang="en-US">
                <a:latin typeface="Calibri"/>
                <a:ea typeface="inherit"/>
                <a:cs typeface="inherit"/>
              </a:rPr>
              <a:t>,</a:t>
            </a:r>
            <a:r>
              <a:rPr lang="en-US" b="0" i="0">
                <a:latin typeface="Calibri"/>
                <a:ea typeface="inherit"/>
                <a:cs typeface="inherit"/>
              </a:rPr>
              <a:t> HiDPI, статистика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inherit"/>
              <a:cs typeface="inherit"/>
            </a:endParaRPr>
          </a:p>
          <a:p>
            <a:r>
              <a:rPr lang="en-US" b="0" i="0">
                <a:latin typeface="Calibri"/>
                <a:ea typeface="inherit"/>
                <a:cs typeface="inherit"/>
              </a:rPr>
              <a:t>День 7: </a:t>
            </a:r>
            <a:r>
              <a:rPr lang="en-US" b="0" i="0" dirty="0">
                <a:latin typeface="Calibri"/>
                <a:ea typeface="inherit"/>
                <a:cs typeface="inherit"/>
              </a:rPr>
              <a:t>Тестирование + HTML лендинг </a:t>
            </a:r>
            <a:endParaRPr lang="en-US">
              <a:ea typeface="Calibri"/>
              <a:cs typeface="Calibri"/>
            </a:endParaRPr>
          </a:p>
          <a:p>
            <a:pPr algn="l"/>
            <a:endParaRPr lang="en-US" b="0" i="0" dirty="0">
              <a:latin typeface="Calibri"/>
              <a:ea typeface="berkeleyMono"/>
              <a:cs typeface="berkeleyMono"/>
            </a:endParaRPr>
          </a:p>
          <a:p>
            <a:pPr algn="l"/>
            <a:r>
              <a:rPr lang="en-US" b="0" i="0">
                <a:latin typeface="Calibri"/>
                <a:ea typeface="fkGroteskNeue"/>
                <a:cs typeface="fkGroteskNeue"/>
              </a:rPr>
              <a:t>Результат: 1700+ строк кода, портативное приложение</a:t>
            </a:r>
          </a:p>
        </p:txBody>
      </p:sp>
      <p:pic>
        <p:nvPicPr>
          <p:cNvPr id="7" name="Рисунок 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A07F8E-6321-C803-173D-356F990F9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921" y="694062"/>
            <a:ext cx="4811388" cy="51669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174089" y="1165359"/>
            <a:ext cx="5985164" cy="581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0000"/>
                </a:solidFill>
              </a:rPr>
              <a:t>Итоги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2"/>
          <p:cNvSpPr/>
          <p:nvPr/>
        </p:nvSpPr>
        <p:spPr>
          <a:xfrm>
            <a:off x="5265896" y="2105724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Clean Temp — это утилита для очистки временных файлов Windows, разработанная для быстрой и удобной очистки системы от ненужного мусора.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265896" y="3042992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Программа предлагает простой и понятный интерфейс, а также возможность сканирования, сортировки и удаления файлов с подтверждением. Clean Temp готов к использованию и доступен для скачивания по прямой ссылке на GitHub, что делает его удобным инструментом для пользователей, предпочитающих открытый код.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D784B-102B-6A62-8985-C5F64DC6CA9E}"/>
              </a:ext>
            </a:extLst>
          </p:cNvPr>
          <p:cNvSpPr txBox="1"/>
          <p:nvPr/>
        </p:nvSpPr>
        <p:spPr>
          <a:xfrm>
            <a:off x="5122845" y="513661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/>
                <a:ea typeface="fkGroteskNeue"/>
                <a:cs typeface="fkGroteskNeue"/>
              </a:rPr>
              <a:t>GitHub: github.com/MaxUs224t/Clean-Temp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12" name="Рисунок 11" descr="Изображение выглядит как текст, Шриф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B658A0-ADE5-9371-BED0-043CD4D4E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73" y="1716623"/>
            <a:ext cx="4248266" cy="3176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8" cy="781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000"/>
              </a:lnSpc>
            </a:pPr>
            <a:r>
              <a:rPr lang="en-US" sz="1400">
                <a:solidFill>
                  <a:srgbClr val="000000"/>
                </a:solidFill>
              </a:rPr>
              <a:t>Спасибо за внимание. В этой презентации мы рассмотрели основные аспекты работы с Clean Temp, включая его веб сайт и </a:t>
            </a:r>
            <a:r>
              <a:rPr lang="en-US" sz="1400" dirty="0">
                <a:solidFill>
                  <a:srgbClr val="000000"/>
                </a:solidFill>
              </a:rPr>
              <a:t>программу. Мы также ознакомились с ходом разработки и узнали о ключевых моментах этого процесса. Надеемся, что </a:t>
            </a:r>
            <a:r>
              <a:rPr lang="en-US" sz="1400">
                <a:solidFill>
                  <a:srgbClr val="000000"/>
                </a:solidFill>
              </a:rPr>
              <a:t>информация была полезной.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153</cp:revision>
  <dcterms:created xsi:type="dcterms:W3CDTF">2025-12-26T05:48:51Z</dcterms:created>
  <dcterms:modified xsi:type="dcterms:W3CDTF">2025-12-26T06:18:27Z</dcterms:modified>
</cp:coreProperties>
</file>